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E-Commerce Sales Analytics &amp; Product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Hadoop · Hive · Spark · MongoDB · Portuguese NLP | BCSE402L DA-3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Domain: Brazilian Olist e-commerce marketplace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Need: Understand sales trends, geography, payments, delivery and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Challenge: ~1.07 purchases per customer makes collaborative filtering hard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Dataset: 9 CSVs, ~1.55 M rows, ~122 MB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99,441 orders, 112,650 line items, 93,358 customers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Only 3.00% of customers ever order twice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Architecture &amp; Stack</a:t>
            </a:r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2523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Stack: Hadoop 3.5.0 · Hive 4.2.1 · Spark 4.2.0 · MongoDB 8.3.11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Raw CSVs → HDFS /olist/raw (immutable)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Clean layer /olist/clean fixes headers, newlines, quotes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MapReduce: revenue by product, orders by month, payment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Hive: external tables + partitioned Parquet warehouse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Spark: curated fact table + cross-validated SQL analytics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Portuguese NLP sentiment enriches the recommender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MongoDB: recommendations + dashboard aggregates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MapReduce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Java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RevenueByProduct: 112,651 → 32,951 records via combiner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OrdersByMonth: cleaning inside mapper, 23 monthly counts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Custom partitioner and Hadoop counters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Streaming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Payment distribution in Python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Separate mapper/combiner/reducer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Outputs count, total and average per payment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Hive Warehouse &amp; Spark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8 external tables over /olist/clean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Managed Parquet table partitioned by month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10 HQL analytics queries, 0 errors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Window functions and dynamic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Joins 6 tables into 112,650-row fact table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Row counts match sources exactly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6 Spark SQL analyses mirror Hive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Cross-engine validation: numbers agree exactly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Business Results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2312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Peak GMV: R$1,153,364.20 in November 2017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category: health_beauty with R$1,412,089.53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state: São Paulo (SP) with R$5,769,703.15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Credit card dominates: 76,795 transactions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Repeat customer rate: only 3.00%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On-time deliveries: 4.21★ vs late deliveries: 2.55★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Portuguese NLP Sentiment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Uses real Portuguese review text (40,950 of 99,224 reviews)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Curated lexicon: 1,260 tokens (720 positive, 540 negative)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Normalisation: lower-case, accent removal, punctuation cleaning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Negation handling: 'nao gostei' flips to negative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Sentiment attributed to products weighted by revenue share per order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Product sentiment scores in [-1, 1] for 18,908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Baseline: popularity + category affinity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 model: popularity (60%) + confidence-adjusted sentiment (40%)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Both evaluated with leave-one-out on customers with 2+ items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Baseline: HitRate@10 = 0.0954 | NLP: HitRate@10 = 0.1009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 improves HitRate@10 by 0.55 percentage points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Cold-start users fall back to global bestsellers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Streamlit Dashboard</a:t>
            </a:r>
          </a:p>
        </p:txBody>
      </p:sp>
      <p:pic>
        <p:nvPicPr>
          <p:cNvPr id="4" name="Picture 3" descr="sal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4206240" cy="2312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Interactive dashboard over MongoDB serving layer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Views: Overview, Sales Trends, Categories, Geography, Delivery,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Pre-computed aggregates enable fast load times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Customer recommendation lookup with model metrics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Screenshots included in DA-3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Leave-one-out on 5,334 customers with 2+ delivered items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Held-out item is excluded from input history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Product sentiment computed once from full data (conservative, possible leakage)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Reviews are order-level → product sentiment is a proxy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Sparse data: ~1.07 purchases per customer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 work: time-based split, pretrained Portuguese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Complete batch Big Data pipeline + dashboard delivered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Portuguese NLP sentiment pipeline processes real review text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NLP-aware recommender improves over popularity baseline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Pipeline reproducible via code/scripts/run_all.sh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pretrained Portuguese/multilingual sentiment model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Spark Structured Streaming for real-time reviews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Olist. Brazilian E-Commerce Public Dataset by Olist, v6. Kaggle, 2018.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Apache Hadoop 3.5.0, Hive 4.2.1, Spark 4.2.0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MongoDB Community Server 8.3.11 manual.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Streamlit 1.50.0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