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E-Commerce Sales Analytics &amp; Product Recommendation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FFFFFF"/>
                </a:solidFill>
              </a:defRPr>
            </a:pPr>
            <a:r>
              <a:t>Hadoop · Hive · Spark · MongoDB | BCSE402L DA-3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FFFFFF"/>
                </a:solidFill>
              </a:defRPr>
            </a:pPr>
            <a:r>
              <a:t>K PRADEEP KUMAR (23BLC1240) · VAHRAN P (23BLC1221) · ASHVATH KUMAR (23BLC1269) · K.P ABHISHEK (23BLC1292)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Domain: Brazilian Olist e-commerce marketplace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Need: Understand sales trends, geography, payments and delivery quality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Challenge: Build recommendations at scale where single-machine tools fail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Data sparsity: ~1.07 purchases per customer makes collaborative filtering hard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Goal: End-to-end batch Big Data pipeline with honest evaluation and dashboard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9 relational CSVs, ~1.55 M rows, ~122 MB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Orders, items, payments, reviews, products, sellers, customers, geolocation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99,441 orders, 112,650 line items, 93,358 unique customers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Only 3.00% of customers ever order twice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Dataset source: Kaggle / public mirror with SHA-256 manifest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Pipeline Architecture &amp; Stack</a:t>
            </a:r>
          </a:p>
        </p:txBody>
      </p:sp>
      <p:pic>
        <p:nvPicPr>
          <p:cNvPr id="4" name="Picture 3" descr="fig1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206240" cy="547372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28016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Stack: Hadoop 3.5.0 · Hive 4.2.1 · Spark 4.2.0 · MongoDB 8.3.11 · OpenJDK 21 · Streamlit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Raw CSVs → HDFS /olist/raw (immutable)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Clean layer /olist/clean fixes headers, newlines, quotes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MapReduce: revenue by product, orders by month, payment distribution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Hive: external tables + partitioned Parquet warehouse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Spark: curated fact table + cross-validated SQL analytics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MongoDB: recommendations + dashboard aggregates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MapReduce Implementation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Java Jobs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RevenueByProduct: 112,650 → 32,951 records via combiner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OrdersByMonth: cleaning inside mapper, 23 monthly counts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Custom partitioner and Hadoop counters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Streaming Job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Payment distribution in Python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Separate mapper/combiner/reducer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Outputs count, total and average per payment type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Hive Warehouse &amp; Spark ETL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Hive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8 external tables over /olist/clean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Managed Parquet table partitioned by month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10 HQL analytics queries, 0 errors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Window functions and dynamic partitioning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188720"/>
            <a:ext cx="4023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F3B63"/>
                </a:solidFill>
              </a:defRPr>
            </a:pPr>
            <a:r>
              <a:t>Spark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1737360"/>
            <a:ext cx="402336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Joins 6 tables into 112,650-row fact table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Row counts match sources exactly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6 Spark SQL analyses mirror Hive</a:t>
            </a:r>
          </a:p>
          <a:p>
            <a:pPr>
              <a:spcAft>
                <a:spcPts val="800"/>
              </a:spcAft>
              <a:defRPr sz="1600">
                <a:solidFill>
                  <a:srgbClr val="555555"/>
                </a:solidFill>
              </a:defRPr>
            </a:pPr>
            <a:r>
              <a:t>Cross-engine validation: numbers agree exactly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Key Business Results</a:t>
            </a:r>
          </a:p>
        </p:txBody>
      </p:sp>
      <p:pic>
        <p:nvPicPr>
          <p:cNvPr id="4" name="Picture 3" descr="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4206240" cy="2080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0" y="128016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Peak GMV: R$1,153,364.20 in November 2017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Top category: health_beauty with R$1,412,089.53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Top state: São Paulo (SP) with R$5,769,703.15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Credit card dominates: 76,795 transactions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Repeat customer rate: only 3.00%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On-time deliveries: 4.21★ vs late deliveries: 2.55★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Recommendation System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ALS experiment: documented negative result due to sparsity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ALS RMSE 0.9702 vs global-mean baseline 0.9324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DA-3 replacement: popularity + category-affinity baseline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Recommends bestsellers from categories the customer bought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Falls back to global bestsellers for cold-start users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HitRate@10 = 0.0952 | Precision@10 = 0.0095 | Recall@10 = 0.0952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Streamlit Dashboard</a:t>
            </a:r>
          </a:p>
        </p:txBody>
      </p:sp>
      <p:pic>
        <p:nvPicPr>
          <p:cNvPr id="4" name="Picture 3" descr="sales_trend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0" y="1280160"/>
            <a:ext cx="4206240" cy="2080117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1280160"/>
            <a:ext cx="42062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Interactive dashboard over MongoDB serving layer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Views: Overview, Sales Trends, Categories, Geography, Delivery, Recommendations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Pre-computed aggregates enable fast load times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Customer recommendation lookup with model metrics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Screenshots included in DA-3 report appendix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Lessons Learned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Clean landing layer is essential for malformed CSVs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Cross-engine validation catches subtle definition bugs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Honest reporting of negative results improves credibility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JDK 21 requires explicit --add-opens across the stack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Document store fits recommendation lists naturally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Pre-compute dashboard aggregates in the serving layer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Conclusion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Complete batch Big Data pipeline implemented and evaluated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All DA-1 planned components delivered, including dashboard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Pipeline reproducible via code/scripts/run_all.sh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Future: Spark Structured Streaming for real-time reviews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Future: richer recommender with content/category features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Future: cloud deployment of the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1F3B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28600"/>
            <a:ext cx="841248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1280160"/>
            <a:ext cx="841248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Questions &amp; Discussion</a:t>
            </a: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555555"/>
                </a:solidFill>
              </a:defRPr>
            </a:pPr>
            <a:r>
              <a:t>K PRADEEP KUMAR (23BLC1240) · VAHRAN P (23BLC1221) · ASHVATH KUMAR (23BLC1269) · K.P ABHISHEK (23BLC1292)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